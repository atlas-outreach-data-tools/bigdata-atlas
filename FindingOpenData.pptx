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E81"/>
    <a:srgbClr val="003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92D26-4056-495A-BAB5-7C9EE79E5AF1}" v="17" dt="2026-10-12T08:10:59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3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O'Leary" userId="7413efb7-c5b1-4863-97c5-8928407f1270" providerId="ADAL" clId="{9B27B766-6EBE-4626-B03E-897BB4B103C8}"/>
    <pc:docChg chg="undo custSel addSld delSld modSld sldOrd">
      <pc:chgData name="Anne O'Leary" userId="7413efb7-c5b1-4863-97c5-8928407f1270" providerId="ADAL" clId="{9B27B766-6EBE-4626-B03E-897BB4B103C8}" dt="2026-10-12T08:11:17.732" v="1500" actId="14100"/>
      <pc:docMkLst>
        <pc:docMk/>
      </pc:docMkLst>
      <pc:sldChg chg="addSp delSp modSp mod">
        <pc:chgData name="Anne O'Leary" userId="7413efb7-c5b1-4863-97c5-8928407f1270" providerId="ADAL" clId="{9B27B766-6EBE-4626-B03E-897BB4B103C8}" dt="2026-10-12T08:11:06.461" v="1499" actId="404"/>
        <pc:sldMkLst>
          <pc:docMk/>
          <pc:sldMk cId="985551312" sldId="268"/>
        </pc:sldMkLst>
        <pc:spChg chg="add del mod">
          <ac:chgData name="Anne O'Leary" userId="7413efb7-c5b1-4863-97c5-8928407f1270" providerId="ADAL" clId="{9B27B766-6EBE-4626-B03E-897BB4B103C8}" dt="2026-10-12T07:23:40.524" v="373" actId="478"/>
          <ac:spMkLst>
            <pc:docMk/>
            <pc:sldMk cId="985551312" sldId="268"/>
            <ac:spMk id="4" creationId="{5F1E932C-D011-458B-91E9-94F0B2DE30DC}"/>
          </ac:spMkLst>
        </pc:spChg>
        <pc:spChg chg="add del mod">
          <ac:chgData name="Anne O'Leary" userId="7413efb7-c5b1-4863-97c5-8928407f1270" providerId="ADAL" clId="{9B27B766-6EBE-4626-B03E-897BB4B103C8}" dt="2026-10-12T07:23:39.850" v="372" actId="478"/>
          <ac:spMkLst>
            <pc:docMk/>
            <pc:sldMk cId="985551312" sldId="268"/>
            <ac:spMk id="7" creationId="{C5EBD1E1-82C6-4BC6-AA21-E709706ABF9B}"/>
          </ac:spMkLst>
        </pc:spChg>
        <pc:spChg chg="add del mod">
          <ac:chgData name="Anne O'Leary" userId="7413efb7-c5b1-4863-97c5-8928407f1270" providerId="ADAL" clId="{9B27B766-6EBE-4626-B03E-897BB4B103C8}" dt="2026-10-12T07:23:38.387" v="370" actId="478"/>
          <ac:spMkLst>
            <pc:docMk/>
            <pc:sldMk cId="985551312" sldId="268"/>
            <ac:spMk id="9" creationId="{CCC435FA-C6E8-1766-C16C-A125E1442266}"/>
          </ac:spMkLst>
        </pc:spChg>
        <pc:spChg chg="add del mod">
          <ac:chgData name="Anne O'Leary" userId="7413efb7-c5b1-4863-97c5-8928407f1270" providerId="ADAL" clId="{9B27B766-6EBE-4626-B03E-897BB4B103C8}" dt="2026-10-12T07:23:38.917" v="371" actId="478"/>
          <ac:spMkLst>
            <pc:docMk/>
            <pc:sldMk cId="985551312" sldId="268"/>
            <ac:spMk id="11" creationId="{C04D059D-DFE7-CDF4-2439-0BD6BB8CC3B0}"/>
          </ac:spMkLst>
        </pc:spChg>
        <pc:spChg chg="add del mod">
          <ac:chgData name="Anne O'Leary" userId="7413efb7-c5b1-4863-97c5-8928407f1270" providerId="ADAL" clId="{9B27B766-6EBE-4626-B03E-897BB4B103C8}" dt="2026-10-12T07:23:41.861" v="374" actId="478"/>
          <ac:spMkLst>
            <pc:docMk/>
            <pc:sldMk cId="985551312" sldId="268"/>
            <ac:spMk id="15" creationId="{EC2E3DE5-17FC-D86E-2280-D0B1FBD98CD8}"/>
          </ac:spMkLst>
        </pc:spChg>
        <pc:spChg chg="add del mod">
          <ac:chgData name="Anne O'Leary" userId="7413efb7-c5b1-4863-97c5-8928407f1270" providerId="ADAL" clId="{9B27B766-6EBE-4626-B03E-897BB4B103C8}" dt="2026-10-12T07:23:45.134" v="376" actId="478"/>
          <ac:spMkLst>
            <pc:docMk/>
            <pc:sldMk cId="985551312" sldId="268"/>
            <ac:spMk id="17" creationId="{2FDC3391-3FE5-41B7-B049-55830418D99A}"/>
          </ac:spMkLst>
        </pc:spChg>
        <pc:spChg chg="add del mod">
          <ac:chgData name="Anne O'Leary" userId="7413efb7-c5b1-4863-97c5-8928407f1270" providerId="ADAL" clId="{9B27B766-6EBE-4626-B03E-897BB4B103C8}" dt="2026-10-12T07:26:22.578" v="391" actId="478"/>
          <ac:spMkLst>
            <pc:docMk/>
            <pc:sldMk cId="985551312" sldId="268"/>
            <ac:spMk id="21" creationId="{98B1B7F0-FADE-134D-8B72-DA8B59883930}"/>
          </ac:spMkLst>
        </pc:spChg>
        <pc:spChg chg="add del mod">
          <ac:chgData name="Anne O'Leary" userId="7413efb7-c5b1-4863-97c5-8928407f1270" providerId="ADAL" clId="{9B27B766-6EBE-4626-B03E-897BB4B103C8}" dt="2026-10-12T08:10:52.426" v="1492" actId="478"/>
          <ac:spMkLst>
            <pc:docMk/>
            <pc:sldMk cId="985551312" sldId="268"/>
            <ac:spMk id="26" creationId="{C970C619-5350-2000-364C-56BC5CF78646}"/>
          </ac:spMkLst>
        </pc:spChg>
        <pc:spChg chg="add del mod">
          <ac:chgData name="Anne O'Leary" userId="7413efb7-c5b1-4863-97c5-8928407f1270" providerId="ADAL" clId="{9B27B766-6EBE-4626-B03E-897BB4B103C8}" dt="2026-10-12T07:40:37.725" v="840"/>
          <ac:spMkLst>
            <pc:docMk/>
            <pc:sldMk cId="985551312" sldId="268"/>
            <ac:spMk id="28" creationId="{7B37EA30-EB07-F035-B716-242BF788ED11}"/>
          </ac:spMkLst>
        </pc:spChg>
        <pc:spChg chg="add mod">
          <ac:chgData name="Anne O'Leary" userId="7413efb7-c5b1-4863-97c5-8928407f1270" providerId="ADAL" clId="{9B27B766-6EBE-4626-B03E-897BB4B103C8}" dt="2026-10-12T08:04:27.461" v="1265" actId="20577"/>
          <ac:spMkLst>
            <pc:docMk/>
            <pc:sldMk cId="985551312" sldId="268"/>
            <ac:spMk id="29" creationId="{DA636652-725C-6E9C-F54A-AAE444DBD86F}"/>
          </ac:spMkLst>
        </pc:spChg>
        <pc:spChg chg="add mod">
          <ac:chgData name="Anne O'Leary" userId="7413efb7-c5b1-4863-97c5-8928407f1270" providerId="ADAL" clId="{9B27B766-6EBE-4626-B03E-897BB4B103C8}" dt="2026-10-12T08:08:02.023" v="1294" actId="14100"/>
          <ac:spMkLst>
            <pc:docMk/>
            <pc:sldMk cId="985551312" sldId="268"/>
            <ac:spMk id="31" creationId="{E7E936BA-7463-876C-458B-9700238C2C07}"/>
          </ac:spMkLst>
        </pc:spChg>
        <pc:spChg chg="add mod">
          <ac:chgData name="Anne O'Leary" userId="7413efb7-c5b1-4863-97c5-8928407f1270" providerId="ADAL" clId="{9B27B766-6EBE-4626-B03E-897BB4B103C8}" dt="2026-10-12T08:11:06.461" v="1499" actId="404"/>
          <ac:spMkLst>
            <pc:docMk/>
            <pc:sldMk cId="985551312" sldId="268"/>
            <ac:spMk id="32" creationId="{410F2680-853F-97FF-DE23-DBC4E1FF5019}"/>
          </ac:spMkLst>
        </pc:spChg>
        <pc:picChg chg="del mod modCrop">
          <ac:chgData name="Anne O'Leary" userId="7413efb7-c5b1-4863-97c5-8928407f1270" providerId="ADAL" clId="{9B27B766-6EBE-4626-B03E-897BB4B103C8}" dt="2026-10-12T07:23:37.586" v="369" actId="478"/>
          <ac:picMkLst>
            <pc:docMk/>
            <pc:sldMk cId="985551312" sldId="268"/>
            <ac:picMk id="6" creationId="{F1F156A9-747B-8D17-AA9B-894E4A0D18E4}"/>
          </ac:picMkLst>
        </pc:picChg>
        <pc:picChg chg="add mod">
          <ac:chgData name="Anne O'Leary" userId="7413efb7-c5b1-4863-97c5-8928407f1270" providerId="ADAL" clId="{9B27B766-6EBE-4626-B03E-897BB4B103C8}" dt="2026-10-12T07:58:57.136" v="1076" actId="1076"/>
          <ac:picMkLst>
            <pc:docMk/>
            <pc:sldMk cId="985551312" sldId="268"/>
            <ac:picMk id="13" creationId="{7237459A-E332-FF0D-1713-33730573F1AA}"/>
          </ac:picMkLst>
        </pc:picChg>
        <pc:picChg chg="add mod">
          <ac:chgData name="Anne O'Leary" userId="7413efb7-c5b1-4863-97c5-8928407f1270" providerId="ADAL" clId="{9B27B766-6EBE-4626-B03E-897BB4B103C8}" dt="2026-10-12T07:33:25.664" v="592" actId="1076"/>
          <ac:picMkLst>
            <pc:docMk/>
            <pc:sldMk cId="985551312" sldId="268"/>
            <ac:picMk id="19" creationId="{A7AAC5A0-B723-7FC5-1FD4-D5ACDD0B0F28}"/>
          </ac:picMkLst>
        </pc:picChg>
        <pc:picChg chg="add del mod">
          <ac:chgData name="Anne O'Leary" userId="7413efb7-c5b1-4863-97c5-8928407f1270" providerId="ADAL" clId="{9B27B766-6EBE-4626-B03E-897BB4B103C8}" dt="2026-10-12T07:26:30.490" v="394" actId="478"/>
          <ac:picMkLst>
            <pc:docMk/>
            <pc:sldMk cId="985551312" sldId="268"/>
            <ac:picMk id="23" creationId="{436B151F-700E-5BE6-2CF9-73B89994BBC9}"/>
          </ac:picMkLst>
        </pc:picChg>
        <pc:picChg chg="add mod">
          <ac:chgData name="Anne O'Leary" userId="7413efb7-c5b1-4863-97c5-8928407f1270" providerId="ADAL" clId="{9B27B766-6EBE-4626-B03E-897BB4B103C8}" dt="2026-10-12T07:59:02.155" v="1077" actId="1076"/>
          <ac:picMkLst>
            <pc:docMk/>
            <pc:sldMk cId="985551312" sldId="268"/>
            <ac:picMk id="25" creationId="{2B139C82-EDA5-392E-2ADC-C47BA6F1FF9F}"/>
          </ac:picMkLst>
        </pc:picChg>
      </pc:sldChg>
      <pc:sldChg chg="addSp delSp modSp mod ord">
        <pc:chgData name="Anne O'Leary" userId="7413efb7-c5b1-4863-97c5-8928407f1270" providerId="ADAL" clId="{9B27B766-6EBE-4626-B03E-897BB4B103C8}" dt="2026-10-12T08:10:22.986" v="1490" actId="20577"/>
        <pc:sldMkLst>
          <pc:docMk/>
          <pc:sldMk cId="3621637707" sldId="269"/>
        </pc:sldMkLst>
        <pc:spChg chg="add mod">
          <ac:chgData name="Anne O'Leary" userId="7413efb7-c5b1-4863-97c5-8928407f1270" providerId="ADAL" clId="{9B27B766-6EBE-4626-B03E-897BB4B103C8}" dt="2026-10-12T07:15:36.036" v="46" actId="1582"/>
          <ac:spMkLst>
            <pc:docMk/>
            <pc:sldMk cId="3621637707" sldId="269"/>
            <ac:spMk id="6" creationId="{1A0FDF62-A2A0-B182-C042-8A0044201324}"/>
          </ac:spMkLst>
        </pc:spChg>
        <pc:spChg chg="add mod">
          <ac:chgData name="Anne O'Leary" userId="7413efb7-c5b1-4863-97c5-8928407f1270" providerId="ADAL" clId="{9B27B766-6EBE-4626-B03E-897BB4B103C8}" dt="2026-10-12T07:15:19.759" v="41" actId="1038"/>
          <ac:spMkLst>
            <pc:docMk/>
            <pc:sldMk cId="3621637707" sldId="269"/>
            <ac:spMk id="9" creationId="{730E8DC1-F90A-C2CB-89DA-B393ADBBD8E0}"/>
          </ac:spMkLst>
        </pc:spChg>
        <pc:spChg chg="add mod">
          <ac:chgData name="Anne O'Leary" userId="7413efb7-c5b1-4863-97c5-8928407f1270" providerId="ADAL" clId="{9B27B766-6EBE-4626-B03E-897BB4B103C8}" dt="2026-10-12T07:16:53.356" v="87" actId="14100"/>
          <ac:spMkLst>
            <pc:docMk/>
            <pc:sldMk cId="3621637707" sldId="269"/>
            <ac:spMk id="10" creationId="{31438E82-6DEC-5BD2-876A-1FD53FEEFEBB}"/>
          </ac:spMkLst>
        </pc:spChg>
        <pc:spChg chg="add mod">
          <ac:chgData name="Anne O'Leary" userId="7413efb7-c5b1-4863-97c5-8928407f1270" providerId="ADAL" clId="{9B27B766-6EBE-4626-B03E-897BB4B103C8}" dt="2026-10-12T07:17:16.361" v="99" actId="13822"/>
          <ac:spMkLst>
            <pc:docMk/>
            <pc:sldMk cId="3621637707" sldId="269"/>
            <ac:spMk id="12" creationId="{ADCEC0C4-1A10-23E1-6DE3-DA1BE5C9383F}"/>
          </ac:spMkLst>
        </pc:spChg>
        <pc:spChg chg="add del mod">
          <ac:chgData name="Anne O'Leary" userId="7413efb7-c5b1-4863-97c5-8928407f1270" providerId="ADAL" clId="{9B27B766-6EBE-4626-B03E-897BB4B103C8}" dt="2026-10-12T08:08:47.465" v="1299"/>
          <ac:spMkLst>
            <pc:docMk/>
            <pc:sldMk cId="3621637707" sldId="269"/>
            <ac:spMk id="13" creationId="{3328ED5F-BD5D-3FBE-68A2-F446B3BF039A}"/>
          </ac:spMkLst>
        </pc:spChg>
        <pc:spChg chg="add mod">
          <ac:chgData name="Anne O'Leary" userId="7413efb7-c5b1-4863-97c5-8928407f1270" providerId="ADAL" clId="{9B27B766-6EBE-4626-B03E-897BB4B103C8}" dt="2026-10-12T08:10:22.986" v="1490" actId="20577"/>
          <ac:spMkLst>
            <pc:docMk/>
            <pc:sldMk cId="3621637707" sldId="269"/>
            <ac:spMk id="14" creationId="{93A0051F-705B-6B92-8BD8-50773221E5E8}"/>
          </ac:spMkLst>
        </pc:spChg>
        <pc:picChg chg="del mod">
          <ac:chgData name="Anne O'Leary" userId="7413efb7-c5b1-4863-97c5-8928407f1270" providerId="ADAL" clId="{9B27B766-6EBE-4626-B03E-897BB4B103C8}" dt="2026-10-12T07:14:21.813" v="19" actId="478"/>
          <ac:picMkLst>
            <pc:docMk/>
            <pc:sldMk cId="3621637707" sldId="269"/>
            <ac:picMk id="5" creationId="{BA7288D7-DBA3-1E12-AE74-23D569C7AC06}"/>
          </ac:picMkLst>
        </pc:picChg>
        <pc:picChg chg="add mod ord">
          <ac:chgData name="Anne O'Leary" userId="7413efb7-c5b1-4863-97c5-8928407f1270" providerId="ADAL" clId="{9B27B766-6EBE-4626-B03E-897BB4B103C8}" dt="2026-10-12T07:17:00.819" v="91" actId="1076"/>
          <ac:picMkLst>
            <pc:docMk/>
            <pc:sldMk cId="3621637707" sldId="269"/>
            <ac:picMk id="8" creationId="{3BE0571A-D65A-6685-BF11-DF6B18A65971}"/>
          </ac:picMkLst>
        </pc:picChg>
      </pc:sldChg>
      <pc:sldChg chg="addSp delSp modSp del">
        <pc:chgData name="Anne O'Leary" userId="7413efb7-c5b1-4863-97c5-8928407f1270" providerId="ADAL" clId="{9B27B766-6EBE-4626-B03E-897BB4B103C8}" dt="2026-10-12T08:10:27.831" v="1491" actId="47"/>
        <pc:sldMkLst>
          <pc:docMk/>
          <pc:sldMk cId="465722859" sldId="270"/>
        </pc:sldMkLst>
        <pc:picChg chg="add del mod">
          <ac:chgData name="Anne O'Leary" userId="7413efb7-c5b1-4863-97c5-8928407f1270" providerId="ADAL" clId="{9B27B766-6EBE-4626-B03E-897BB4B103C8}" dt="2026-10-12T07:11:14.987" v="3" actId="478"/>
          <ac:picMkLst>
            <pc:docMk/>
            <pc:sldMk cId="465722859" sldId="270"/>
            <ac:picMk id="1026" creationId="{6C0756C6-B037-09DA-FA8A-BCEB0BA43B7C}"/>
          </ac:picMkLst>
        </pc:picChg>
      </pc:sldChg>
      <pc:sldChg chg="modSp add mod ord">
        <pc:chgData name="Anne O'Leary" userId="7413efb7-c5b1-4863-97c5-8928407f1270" providerId="ADAL" clId="{9B27B766-6EBE-4626-B03E-897BB4B103C8}" dt="2026-10-12T08:11:17.732" v="1500" actId="14100"/>
        <pc:sldMkLst>
          <pc:docMk/>
          <pc:sldMk cId="887495500" sldId="271"/>
        </pc:sldMkLst>
        <pc:spChg chg="mod">
          <ac:chgData name="Anne O'Leary" userId="7413efb7-c5b1-4863-97c5-8928407f1270" providerId="ADAL" clId="{9B27B766-6EBE-4626-B03E-897BB4B103C8}" dt="2026-10-12T08:11:17.732" v="1500" actId="14100"/>
          <ac:spMkLst>
            <pc:docMk/>
            <pc:sldMk cId="887495500" sldId="271"/>
            <ac:spMk id="15" creationId="{6450837E-A409-3CDE-D5E7-CBA88D00DF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F55A4-F708-4388-8FFE-244EDBC5FFD5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1A4C5-7E27-4DC7-BA44-E47510E9C9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1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bon Researcher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rrow in a square with black background&#10;&#10;Description automatically generated">
            <a:extLst>
              <a:ext uri="{FF2B5EF4-FFF2-40B4-BE49-F238E27FC236}">
                <a16:creationId xmlns:a16="http://schemas.microsoft.com/office/drawing/2014/main" id="{BF3E86E5-0402-612E-C2C3-1ABEEC1534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325" y="5696013"/>
            <a:ext cx="1204190" cy="1204190"/>
          </a:xfrm>
          <a:prstGeom prst="rect">
            <a:avLst/>
          </a:prstGeom>
        </p:spPr>
      </p:pic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0EB1E191-D231-6404-F2F4-1A6F4CE1F4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E5C87-871B-11D9-E7FF-ACC88083D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3" name="Picture 2" descr="A white footprint with white text&#10;&#10;Description automatically generated">
            <a:extLst>
              <a:ext uri="{FF2B5EF4-FFF2-40B4-BE49-F238E27FC236}">
                <a16:creationId xmlns:a16="http://schemas.microsoft.com/office/drawing/2014/main" id="{EE99AE75-8428-E696-5CCC-5E7E572B83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15" y="5696013"/>
            <a:ext cx="1206932" cy="10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5038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ic Mining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99D46E80-FEA1-7971-99E4-69B6A96357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3" name="Picture 1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7F15802-F9B7-DF3A-62DC-D033381DE3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614" y="5862120"/>
            <a:ext cx="1976021" cy="787224"/>
          </a:xfrm>
          <a:prstGeom prst="rect">
            <a:avLst/>
          </a:prstGeom>
        </p:spPr>
      </p:pic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0E995144-F8E9-5CC7-4DCA-232EC6F102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074" y="5918081"/>
            <a:ext cx="2554778" cy="73602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522D7-1E9A-B5B4-6FDD-08CBD0CCB3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84190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Research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95892F2D-7B2B-E504-1042-0126EAF85F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993E81-7D61-5F6E-D47E-1F98335A42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5148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NA Origami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B64E229D-AF18-69AE-6C35-3D098217A1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A522E200-5AC9-64AB-6D5B-2B31136685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299" y="5853403"/>
            <a:ext cx="3048000" cy="812800"/>
          </a:xfrm>
          <a:prstGeom prst="rect">
            <a:avLst/>
          </a:prstGeom>
        </p:spPr>
      </p:pic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381B451-C763-7DB3-B88C-83CAF26B17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614" y="5908812"/>
            <a:ext cx="1237702" cy="61885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10659-7EC0-2544-762F-13D1DDD92A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2020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arth Observ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D4C70E64-9798-E3CC-D82F-4D8AC01F7C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0" name="Picture 9" descr="A white arrow in a square with black background&#10;&#10;Description automatically generated">
            <a:extLst>
              <a:ext uri="{FF2B5EF4-FFF2-40B4-BE49-F238E27FC236}">
                <a16:creationId xmlns:a16="http://schemas.microsoft.com/office/drawing/2014/main" id="{79576917-1CD8-0EFE-DD47-42BCE1A25C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02" y="5689593"/>
            <a:ext cx="1118093" cy="1118093"/>
          </a:xfrm>
          <a:prstGeom prst="rect">
            <a:avLst/>
          </a:prstGeom>
        </p:spPr>
      </p:pic>
      <p:pic>
        <p:nvPicPr>
          <p:cNvPr id="14" name="Picture 1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A31FA429-B037-0E54-8B35-20A232DE003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113" y="5915792"/>
            <a:ext cx="2552497" cy="653164"/>
          </a:xfrm>
          <a:prstGeom prst="rect">
            <a:avLst/>
          </a:prstGeom>
        </p:spPr>
      </p:pic>
      <p:pic>
        <p:nvPicPr>
          <p:cNvPr id="16" name="Picture 15" descr="A white circle with a symbol in it&#10;&#10;Description automatically generated with medium confidence">
            <a:extLst>
              <a:ext uri="{FF2B5EF4-FFF2-40B4-BE49-F238E27FC236}">
                <a16:creationId xmlns:a16="http://schemas.microsoft.com/office/drawing/2014/main" id="{30F8E129-841D-68F7-EE2C-09B3A8D0601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205" y="5806357"/>
            <a:ext cx="785005" cy="75883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D0346AC-2604-7C37-FCD3-32CB385F39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26141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er Fragrance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99A9D31-F0A0-30D0-1393-5C79DCC2EE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623" y="6025970"/>
            <a:ext cx="1725810" cy="631216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65C5294B-F714-C520-6524-60E882D7D6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1310560-022F-0E01-8382-EF7D510E3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D4DDC289-EEF4-364A-D587-C40EEAE24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488" y="5698832"/>
            <a:ext cx="2900531" cy="12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88294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nic Liquid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D5D325-79EE-0F82-EC81-15E0FB187E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0F574A7C-94FA-6BCC-340B-081B9A756F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477" y="5989634"/>
            <a:ext cx="1922432" cy="615591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B5E9F5-B9B3-29D6-A967-CDFE74C4DA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57661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zill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5C3C06-5189-3966-B2A8-DA6CBC2C86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28AC72A3-0FBF-E7DA-8B53-899FE7DD94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8" name="Picture 17" descr="A logo with text and leaves&#10;&#10;Description automatically generated">
            <a:extLst>
              <a:ext uri="{FF2B5EF4-FFF2-40B4-BE49-F238E27FC236}">
                <a16:creationId xmlns:a16="http://schemas.microsoft.com/office/drawing/2014/main" id="{3279A2BD-41F4-8AEA-83AD-52035A0D26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558" y="5800433"/>
            <a:ext cx="1998987" cy="88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48626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Covid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209646B-20C0-9999-C9AB-605AA469FE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6F7A4A7-81DC-156A-5300-37E892D83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9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ATLA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A638F80-CC8C-03A3-5B42-7E66CEDFF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2" name="Picture 11" descr="A close-up of a logo&#10;&#10;Description automatically generated">
            <a:extLst>
              <a:ext uri="{FF2B5EF4-FFF2-40B4-BE49-F238E27FC236}">
                <a16:creationId xmlns:a16="http://schemas.microsoft.com/office/drawing/2014/main" id="{B55F7AEF-E4A6-14FA-DB9C-BCB34A53A5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466" y="5977863"/>
            <a:ext cx="1376263" cy="589102"/>
          </a:xfrm>
          <a:prstGeom prst="rect">
            <a:avLst/>
          </a:prstGeom>
        </p:spPr>
      </p:pic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4DAF895-C667-F5B1-0BE5-7374E8545E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136" y="5865975"/>
            <a:ext cx="1590226" cy="79081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B5DC5F8-0A40-0196-3AA5-DC981A5466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3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Data ATLA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A638F80-CC8C-03A3-5B42-7E66CEDFFB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B5DC5F8-0A40-0196-3AA5-DC981A5466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3" name="Picture 2" descr="A group of animals with white text&#10;&#10;Description automatically generated">
            <a:extLst>
              <a:ext uri="{FF2B5EF4-FFF2-40B4-BE49-F238E27FC236}">
                <a16:creationId xmlns:a16="http://schemas.microsoft.com/office/drawing/2014/main" id="{DA640161-26CE-F3A1-BAF6-5AFFFC6527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435" y="5934218"/>
            <a:ext cx="1050128" cy="787224"/>
          </a:xfrm>
          <a:prstGeom prst="rect">
            <a:avLst/>
          </a:prstGeom>
        </p:spPr>
      </p:pic>
      <p:pic>
        <p:nvPicPr>
          <p:cNvPr id="4" name="Picture 3" descr="A green and yellow sign with a black background&#10;&#10;Description automatically generated">
            <a:extLst>
              <a:ext uri="{FF2B5EF4-FFF2-40B4-BE49-F238E27FC236}">
                <a16:creationId xmlns:a16="http://schemas.microsoft.com/office/drawing/2014/main" id="{17C54417-9182-6919-D58F-BA029FACF85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160" y="5934218"/>
            <a:ext cx="2072120" cy="5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71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Flight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56082DC-935C-DB1F-A266-6E765A7BEC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  <p:pic>
        <p:nvPicPr>
          <p:cNvPr id="14" name="Picture 13" descr="A logo of a plane&#10;&#10;Description automatically generated">
            <a:extLst>
              <a:ext uri="{FF2B5EF4-FFF2-40B4-BE49-F238E27FC236}">
                <a16:creationId xmlns:a16="http://schemas.microsoft.com/office/drawing/2014/main" id="{C9CBCB14-91AC-B71A-81C1-14D26E67F5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300" y="5502990"/>
            <a:ext cx="1217356" cy="1217356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B809059-4E0A-A4DE-D2C2-89AC5377EA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80" y="283512"/>
            <a:ext cx="7135866" cy="3217070"/>
          </a:xfrm>
        </p:spPr>
        <p:txBody>
          <a:bodyPr>
            <a:normAutofit/>
          </a:bodyPr>
          <a:lstStyle>
            <a:lvl1pPr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7ECB7D51-E07A-37BD-6527-FA6DBF1FDA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202" y="5857854"/>
            <a:ext cx="2554778" cy="7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72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bbles Title Slide no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8503760E-176D-5076-E7A0-0E1331A9B7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59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E2FA3-3770-F9C5-DA16-609635DAD9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601088" y="1367276"/>
            <a:ext cx="8231762" cy="4248150"/>
          </a:xfrm>
        </p:spPr>
        <p:txBody>
          <a:bodyPr/>
          <a:lstStyle>
            <a:lvl1pPr>
              <a:defRPr spc="-50"/>
            </a:lvl1pPr>
            <a:lvl2pPr>
              <a:defRPr spc="-50"/>
            </a:lvl2pPr>
            <a:lvl3pPr>
              <a:defRPr spc="-50"/>
            </a:lvl3pPr>
            <a:lvl4pPr>
              <a:defRPr spc="-5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2FD934-F945-BD75-FC1D-FBAE216F4A98}"/>
              </a:ext>
            </a:extLst>
          </p:cNvPr>
          <p:cNvCxnSpPr>
            <a:cxnSpLocks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750AB3A-1B7C-05CA-A639-88EE287C78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80CF23-9AEB-7F9B-B1D7-F2FBC64EF6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938927-F628-1D11-FD0C-1C2BA13F6B65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4D8303-4311-E529-98E1-9B12DE17609F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EC5DF2DD-61DD-7F97-E827-F5CEF2B4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684D53-69BF-F7BF-C676-20FF1F1D92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9162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) and text (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397553-21D6-7745-80FF-9D183C685B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58814" y="1449388"/>
            <a:ext cx="5365750" cy="4535487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AAF18E-AAF2-2D65-DEAB-E2A7AF4AF6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169344" y="1449389"/>
            <a:ext cx="5292724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F91A6-6DC1-72AC-B708-D8B8F4D86C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6169344" y="4800600"/>
            <a:ext cx="4464050" cy="1184275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71CB91-46A7-76DA-43F8-A26F918386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1466F5E-5E92-1F98-F494-BDC97E2FA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2724C2-EF34-4902-A7C6-997B094DF402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0E50E-32A1-CB32-FBD4-E546486CF0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1" name="Title 7">
            <a:extLst>
              <a:ext uri="{FF2B5EF4-FFF2-40B4-BE49-F238E27FC236}">
                <a16:creationId xmlns:a16="http://schemas.microsoft.com/office/drawing/2014/main" id="{808BAE55-6C4F-9FA4-A05C-E19F3BD7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FA7847-2A53-85D4-1FAA-B0375069CB0B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DF33B-0522-6802-A91A-60B1AF9E3FCD}"/>
              </a:ext>
            </a:extLst>
          </p:cNvPr>
          <p:cNvCxnSpPr>
            <a:cxnSpLocks/>
          </p:cNvCxnSpPr>
          <p:nvPr userDrawn="1"/>
        </p:nvCxnSpPr>
        <p:spPr>
          <a:xfrm>
            <a:off x="812230" y="61880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1A14133-1D84-DEA6-D564-39FBBBBF06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972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r) and tex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A1B17E2-0692-2F47-B3D0-DA30D73A72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04837" y="1449388"/>
            <a:ext cx="5419725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157036E-49DC-CEF1-BB42-794887527E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6156325" y="4800600"/>
            <a:ext cx="4464050" cy="1184275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D44B1B43-AB0B-5768-FDA8-DBC46B6B10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240462" y="1449389"/>
            <a:ext cx="5400675" cy="3351212"/>
          </a:xfrm>
        </p:spPr>
        <p:txBody>
          <a:bodyPr/>
          <a:lstStyle/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9842E-1150-D605-875F-865519B63B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B5639EB-4992-7299-12BA-2ED2ACBD8E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F34DFE-A307-A154-3B2D-A9FF53F4995D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6584D-32D9-EFCB-35CB-C67D2B5ED7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4" name="Title 7">
            <a:extLst>
              <a:ext uri="{FF2B5EF4-FFF2-40B4-BE49-F238E27FC236}">
                <a16:creationId xmlns:a16="http://schemas.microsoft.com/office/drawing/2014/main" id="{BF9D4601-9EC5-B19C-7466-D6405A04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975A74-F844-AD91-B5C2-ECF8E7D8F291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BCDC002-70FF-689A-AF0B-CD527CAEA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6882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729B1A8-4245-0259-FD9D-26D9B1ED8A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97853" y="1449388"/>
            <a:ext cx="3805872" cy="23749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0B99FD-C283-9304-6BC1-696AC04C3B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403725" y="1449388"/>
            <a:ext cx="7237413" cy="4535487"/>
          </a:xfrm>
        </p:spPr>
        <p:txBody>
          <a:bodyPr/>
          <a:lstStyle/>
          <a:p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9B2861-5C74-03C5-107F-0E68578204A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036EE2-ACAD-844D-0ACF-940CF356CD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F93D9F1-E4AC-0654-C327-B90B1CEBCE54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022918-F320-C0C2-2E4A-3F0FABDC9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5113D60D-91EE-63F6-711A-E6D774040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B517ED-24AB-F1B4-13EE-E8AEF9193074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970D4C84-E151-C9C9-3F72-B0D743A877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0975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/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729B1A8-4245-0259-FD9D-26D9B1ED8A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97853" y="1449388"/>
            <a:ext cx="3805872" cy="23749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9B2861-5C74-03C5-107F-0E68578204A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036EE2-ACAD-844D-0ACF-940CF356CD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F93D9F1-E4AC-0654-C327-B90B1CEBCE54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8AEEDE7-7F67-2CE8-0E6E-AC479A07861A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403725" y="1449388"/>
            <a:ext cx="7237413" cy="4535487"/>
          </a:xfrm>
        </p:spPr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305C0-3341-F3D4-386F-84E0DA094E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89B6DA44-53E3-ECD9-6AC7-79A1D679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15E8A1-54E2-99D9-52D1-C923949EF6A3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BEC5DC0-1BFD-207E-8518-83FC45582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3492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729B1A8-4245-0259-FD9D-26D9B1ED8A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97853" y="1449388"/>
            <a:ext cx="3805872" cy="23749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9B2861-5C74-03C5-107F-0E68578204A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036EE2-ACAD-844D-0ACF-940CF356CD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F93D9F1-E4AC-0654-C327-B90B1CEBCE54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F43FB031-EA51-FEDF-5A22-F31FACB64F5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403725" y="1449388"/>
            <a:ext cx="7237413" cy="4535487"/>
          </a:xfrm>
        </p:spPr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E64D7-A8EA-CC4C-F169-4DFF0BA65F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2390B854-9DC7-BB47-83E8-8D5D9C4A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350CC0-693A-9C2F-D778-A0A8126FBB99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E4DDFAA-A2AB-E617-0E53-28ED09D41B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0243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50760C-396E-9CCE-E7EC-62BF5B91469E}"/>
              </a:ext>
            </a:extLst>
          </p:cNvPr>
          <p:cNvCxnSpPr>
            <a:cxnSpLocks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30AD8988-F040-DCB2-05E7-1ACD8481F44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58813" y="1449388"/>
            <a:ext cx="10982325" cy="4535486"/>
          </a:xfrm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2D9CB-8331-2E44-C31D-56DCD2021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BD56E75-C2ED-3B78-61D3-3BFED72613A6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417F4-69C6-6E20-100D-684B15E65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6C8E20D1-336C-34BC-163F-5BCF5DEF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1D9EB5-4581-0552-DD75-6B99B25DB0EF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B088C69-2A64-F5F1-9DE6-FAE4331C0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75431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50760C-396E-9CCE-E7EC-62BF5B91469E}"/>
              </a:ext>
            </a:extLst>
          </p:cNvPr>
          <p:cNvCxnSpPr>
            <a:cxnSpLocks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9A2D9CB-8331-2E44-C31D-56DCD2021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BD56E75-C2ED-3B78-61D3-3BFED72613A6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9F50FD-99C3-DCA3-D8A6-5091BE5791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449395"/>
            <a:ext cx="10982325" cy="4535478"/>
          </a:xfrm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6081C-C79B-BA7D-33C8-AED52CE154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1" name="Title 7">
            <a:extLst>
              <a:ext uri="{FF2B5EF4-FFF2-40B4-BE49-F238E27FC236}">
                <a16:creationId xmlns:a16="http://schemas.microsoft.com/office/drawing/2014/main" id="{C0730FDD-E866-3642-5D4D-B0DCF3D2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3DFA42-FC4F-CF9E-104B-901690E8A486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A148A84-65A4-B495-5D02-F7202456BB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0628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50760C-396E-9CCE-E7EC-62BF5B91469E}"/>
              </a:ext>
            </a:extLst>
          </p:cNvPr>
          <p:cNvCxnSpPr>
            <a:cxnSpLocks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9A2D9CB-8331-2E44-C31D-56DCD2021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BD56E75-C2ED-3B78-61D3-3BFED72613A6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6081C-C79B-BA7D-33C8-AED52CE154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1" name="Title 7">
            <a:extLst>
              <a:ext uri="{FF2B5EF4-FFF2-40B4-BE49-F238E27FC236}">
                <a16:creationId xmlns:a16="http://schemas.microsoft.com/office/drawing/2014/main" id="{C0730FDD-E866-3642-5D4D-B0DCF3D2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3DFA42-FC4F-CF9E-104B-901690E8A486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A148A84-65A4-B495-5D02-F7202456BB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2062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C93E65F-D744-A19C-D064-D4AADD73FA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640398" y="1449387"/>
            <a:ext cx="3547427" cy="2374901"/>
          </a:xfrm>
        </p:spPr>
        <p:txBody>
          <a:bodyPr/>
          <a:lstStyle/>
          <a:p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1AE750F-7C22-9D72-7FA0-013292492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/>
          </p:nvPr>
        </p:nvSpPr>
        <p:spPr>
          <a:xfrm>
            <a:off x="4403725" y="1449387"/>
            <a:ext cx="3492499" cy="23749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8DCB171-3C5E-1841-9DA6-1BB132C9C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8128003" y="1449388"/>
            <a:ext cx="3492498" cy="2374901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BC5C6CC-2DB4-7670-5945-FE1C9D9BC5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614361" y="3906399"/>
            <a:ext cx="3547427" cy="2061210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F32F35D-8DA9-B517-2C74-0C6784BFBD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4329749" y="3906399"/>
            <a:ext cx="3566475" cy="2061210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6893B2E-2FBF-D24F-2B34-A64EDE64B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8054025" y="3906399"/>
            <a:ext cx="3566475" cy="2061210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DDEA90-78B6-6DFB-E7D2-E28E3A2AD3D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9946D-9145-6932-895F-DA7A6F6A77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7B372F6-147E-0ABC-ACC9-CE3D7D429C08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FBDC7-4F94-9AA9-9C15-66F3FC51AC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7" name="Title 7">
            <a:extLst>
              <a:ext uri="{FF2B5EF4-FFF2-40B4-BE49-F238E27FC236}">
                <a16:creationId xmlns:a16="http://schemas.microsoft.com/office/drawing/2014/main" id="{01BDB855-F88E-936B-6BE7-9AAD0F14F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44E404-4D15-999D-2720-2F0778944E7C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A0DB5BE1-1602-9ECC-068C-CEA4281245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52062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l) and small image (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0BB618E-6B9F-DC67-8D7F-0A121C6BC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04837" y="1449388"/>
            <a:ext cx="6570663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F26FE86-BF69-0124-ECE0-9E629B208C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8112125" y="1449388"/>
            <a:ext cx="3508375" cy="2374901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BD4565F-E10A-B395-5671-59CA38D133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8056709" y="3833525"/>
            <a:ext cx="3563791" cy="1092319"/>
          </a:xfrm>
        </p:spPr>
        <p:txBody>
          <a:bodyPr/>
          <a:lstStyle>
            <a:lvl1pPr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D82D20-DE21-6959-2F7F-6DFE6C56C0A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A71C189-B1D3-059F-03F4-4FBD3ACE63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CCAA4BE-17B8-D921-5525-A61C6A17DE5D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5B977B-63CF-254F-43F8-BD796E5AEE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4" name="Title 7">
            <a:extLst>
              <a:ext uri="{FF2B5EF4-FFF2-40B4-BE49-F238E27FC236}">
                <a16:creationId xmlns:a16="http://schemas.microsoft.com/office/drawing/2014/main" id="{3CEB65FC-BE97-8AC6-AC8F-FC8343F1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63F1DE-765E-9AC4-71D4-610053C7B8C8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0BE1972-5BF2-4918-8D6F-DDF4A6CEFC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351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r) 2 small images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233A8E2-E7D9-CAB0-7787-770C8775E2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4331856" y="1449388"/>
            <a:ext cx="7282612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BB99C4-14EF-D9BD-F026-2053B0986D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658813" y="1449388"/>
            <a:ext cx="3529012" cy="2159001"/>
          </a:xfrm>
        </p:spPr>
        <p:txBody>
          <a:bodyPr/>
          <a:lstStyle/>
          <a:p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704B1B7-B571-5642-68FA-8C20C5A164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658814" y="3824288"/>
            <a:ext cx="3529012" cy="21590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9AF923F-0E2C-9996-B0D1-C7D1491D1B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4324666" y="4900394"/>
            <a:ext cx="4724084" cy="109231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4976E9-1243-AFDB-C400-3EEFCDFF16B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5683D4F-3002-688B-93C4-C1025E909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164959B-EFB9-AB05-CB58-97AA5C34A70F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20B25-839E-1906-B243-74921B7CC1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5" name="Title 7">
            <a:extLst>
              <a:ext uri="{FF2B5EF4-FFF2-40B4-BE49-F238E27FC236}">
                <a16:creationId xmlns:a16="http://schemas.microsoft.com/office/drawing/2014/main" id="{537D20C2-9D62-D637-C713-77C46C64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EF6CCE-DFCF-8ABE-7103-9DAF1FB59ED7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00B8696-6969-AEFF-B968-F0310DABD6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08501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E7A0EEC-E7FA-A317-A3F9-C5A39F915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04838" y="1449388"/>
            <a:ext cx="5419725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05436BC-CF6E-65F2-2F83-69CC19583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6251259" y="1449388"/>
            <a:ext cx="5419726" cy="3351212"/>
          </a:xfrm>
        </p:spPr>
        <p:txBody>
          <a:bodyPr/>
          <a:lstStyle>
            <a:lvl1pPr marL="342000" indent="-34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FD258F-DB94-0B2C-D3AE-32DF7675825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58813" y="1304925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E502DC7-A77F-3E46-1DCF-B2BF900F7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131243"/>
            <a:ext cx="490452" cy="48514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F6218B6-F742-714B-4B01-259F79CE615F}"/>
              </a:ext>
            </a:extLst>
          </p:cNvPr>
          <p:cNvSpPr txBox="1">
            <a:spLocks/>
          </p:cNvSpPr>
          <p:nvPr userDrawn="1"/>
        </p:nvSpPr>
        <p:spPr>
          <a:xfrm>
            <a:off x="11127979" y="6078652"/>
            <a:ext cx="612774" cy="485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B1369C-82D6-4C59-AF83-E098C2D8851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46C0C-628E-B70C-8099-0F127BCB8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50" y="6144594"/>
            <a:ext cx="1642792" cy="449482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64D8E52-DE92-240E-A48D-E45A9C7B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241617"/>
            <a:ext cx="10982324" cy="34097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825E2F-4D44-33B0-A107-3B583E4059CB}"/>
              </a:ext>
            </a:extLst>
          </p:cNvPr>
          <p:cNvCxnSpPr>
            <a:cxnSpLocks/>
          </p:cNvCxnSpPr>
          <p:nvPr userDrawn="1"/>
        </p:nvCxnSpPr>
        <p:spPr>
          <a:xfrm>
            <a:off x="659830" y="6035658"/>
            <a:ext cx="10982325" cy="0"/>
          </a:xfrm>
          <a:prstGeom prst="line">
            <a:avLst/>
          </a:prstGeom>
          <a:ln w="762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1CE48DE-044A-9CEC-7290-4EF1456772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7853" y="629324"/>
            <a:ext cx="9532541" cy="604014"/>
          </a:xfrm>
        </p:spPr>
        <p:txBody>
          <a:bodyPr/>
          <a:lstStyle>
            <a:lvl1pPr>
              <a:defRPr sz="3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126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jects -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6F04F7F6-F7F6-B5B5-238D-1D84A0D0FC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025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y Questions -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088AA978-02CD-D427-9910-6AEC5F2D7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998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uated IRIS blu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F06C-B8FB-4F70-3830-F6D884770E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47078" y="1478916"/>
            <a:ext cx="10982324" cy="340975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02A85B-4F26-1501-098D-23045D050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747712" y="2058463"/>
            <a:ext cx="10981689" cy="3626379"/>
          </a:xfrm>
        </p:spPr>
        <p:txBody>
          <a:bodyPr/>
          <a:lstStyle>
            <a:lvl1pPr>
              <a:defRPr sz="4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 goes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652F5E22-7996-E8CB-3CAA-4E58B24DFB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18337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F06C-B8FB-4F70-3830-F6D884770E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47078" y="1478916"/>
            <a:ext cx="10982324" cy="340975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2EE1C-0364-B796-F962-8CA4DAC00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797878" y="9525"/>
            <a:ext cx="5602922" cy="9144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fld id="{438A2839-F808-483A-A2FB-D5F2B69B163C}" type="datetime2">
              <a:rPr lang="en-GB" smtClean="0"/>
              <a:t>Thursday, 02 February 2023</a:t>
            </a:fld>
            <a:endParaRPr lang="en-GB"/>
          </a:p>
          <a:p>
            <a:pPr lvl="0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02A85B-4F26-1501-098D-23045D050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747712" y="2058463"/>
            <a:ext cx="10981689" cy="3626379"/>
          </a:xfrm>
        </p:spPr>
        <p:txBody>
          <a:bodyPr/>
          <a:lstStyle>
            <a:lvl1pPr>
              <a:defRPr sz="4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 goes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591816-C0A7-4C3E-D746-D4C8C501D4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9" y="5934218"/>
            <a:ext cx="4574914" cy="7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93356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F6E10-9041-5C8E-85B9-04C5894A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3" y="182881"/>
            <a:ext cx="10982324" cy="340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9E71-4937-E083-4401-9344D136F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853" y="1363401"/>
            <a:ext cx="82349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59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9" r:id="rId2"/>
    <p:sldLayoutId id="2147483673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96" r:id="rId11"/>
    <p:sldLayoutId id="2147483688" r:id="rId12"/>
    <p:sldLayoutId id="2147483691" r:id="rId13"/>
    <p:sldLayoutId id="2147483660" r:id="rId14"/>
    <p:sldLayoutId id="2147483661" r:id="rId15"/>
    <p:sldLayoutId id="2147483662" r:id="rId16"/>
    <p:sldLayoutId id="2147483663" r:id="rId17"/>
    <p:sldLayoutId id="2147483671" r:id="rId18"/>
    <p:sldLayoutId id="2147483672" r:id="rId19"/>
    <p:sldLayoutId id="2147483669" r:id="rId20"/>
    <p:sldLayoutId id="2147483670" r:id="rId21"/>
    <p:sldLayoutId id="2147483690" r:id="rId22"/>
    <p:sldLayoutId id="2147483664" r:id="rId23"/>
    <p:sldLayoutId id="2147483665" r:id="rId24"/>
    <p:sldLayoutId id="2147483666" r:id="rId25"/>
    <p:sldLayoutId id="2147483667" r:id="rId26"/>
    <p:sldLayoutId id="2147483692" r:id="rId27"/>
    <p:sldLayoutId id="2147483693" r:id="rId28"/>
    <p:sldLayoutId id="2147483694" r:id="rId29"/>
    <p:sldLayoutId id="2147483695" r:id="rId3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500" spc="-50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ts val="3000"/>
        </a:lnSpc>
        <a:spcBef>
          <a:spcPts val="0"/>
        </a:spcBef>
        <a:buFont typeface="Arial" panose="020B0604020202020204" pitchFamily="34" charset="0"/>
        <a:buNone/>
        <a:defRPr sz="3000" kern="1200" spc="-50" baseline="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000" indent="-342000" algn="l" defTabSz="914400" rtl="0" eaLnBrk="1" latinLnBrk="0" hangingPunct="1">
        <a:lnSpc>
          <a:spcPts val="3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42900" indent="-342900" algn="l" defTabSz="914400" rtl="0" eaLnBrk="1" latinLnBrk="0" hangingPunct="1">
        <a:lnSpc>
          <a:spcPts val="26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42900" indent="-342900" algn="l" defTabSz="914400" rtl="0" eaLnBrk="1" latinLnBrk="0" hangingPunct="1">
        <a:lnSpc>
          <a:spcPts val="26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22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42000" indent="-342000" algn="l" defTabSz="914400" rtl="0" eaLnBrk="1" latinLnBrk="0" hangingPunct="1">
        <a:lnSpc>
          <a:spcPts val="2600"/>
        </a:lnSpc>
        <a:spcBef>
          <a:spcPts val="0"/>
        </a:spcBef>
        <a:buFont typeface="Arial" panose="020B0604020202020204" pitchFamily="34" charset="0"/>
        <a:buChar char="•"/>
        <a:defRPr sz="1600" kern="1200" baseline="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3" userDrawn="1">
          <p15:clr>
            <a:srgbClr val="F26B43"/>
          </p15:clr>
        </p15:guide>
        <p15:guide id="2" pos="1595" userDrawn="1">
          <p15:clr>
            <a:srgbClr val="F26B43"/>
          </p15:clr>
        </p15:guide>
        <p15:guide id="3" pos="7333" userDrawn="1">
          <p15:clr>
            <a:srgbClr val="000000"/>
          </p15:clr>
        </p15:guide>
        <p15:guide id="4" pos="2638" userDrawn="1">
          <p15:clr>
            <a:srgbClr val="F26B43"/>
          </p15:clr>
        </p15:guide>
        <p15:guide id="5" pos="2184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1459" userDrawn="1">
          <p15:clr>
            <a:srgbClr val="F26B43"/>
          </p15:clr>
        </p15:guide>
        <p15:guide id="8" pos="1005" userDrawn="1">
          <p15:clr>
            <a:srgbClr val="F26B43"/>
          </p15:clr>
        </p15:guide>
        <p15:guide id="9" pos="869" userDrawn="1">
          <p15:clr>
            <a:srgbClr val="F26B43"/>
          </p15:clr>
        </p15:guide>
        <p15:guide id="10" pos="415" userDrawn="1">
          <p15:clr>
            <a:srgbClr val="F26B43"/>
          </p15:clr>
        </p15:guide>
        <p15:guide id="11" orient="horz" pos="2273" userDrawn="1">
          <p15:clr>
            <a:srgbClr val="F26B43"/>
          </p15:clr>
        </p15:guide>
        <p15:guide id="12" pos="2774" userDrawn="1">
          <p15:clr>
            <a:srgbClr val="F26B43"/>
          </p15:clr>
        </p15:guide>
        <p15:guide id="13" pos="3228" userDrawn="1">
          <p15:clr>
            <a:srgbClr val="F26B43"/>
          </p15:clr>
        </p15:guide>
        <p15:guide id="14" pos="3364" userDrawn="1">
          <p15:clr>
            <a:srgbClr val="F26B43"/>
          </p15:clr>
        </p15:guide>
        <p15:guide id="15" pos="3795" userDrawn="1">
          <p15:clr>
            <a:srgbClr val="F26B43"/>
          </p15:clr>
        </p15:guide>
        <p15:guide id="16" pos="3931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74" userDrawn="1">
          <p15:clr>
            <a:srgbClr val="F26B43"/>
          </p15:clr>
        </p15:guide>
        <p15:guide id="20" pos="5110" userDrawn="1">
          <p15:clr>
            <a:srgbClr val="F26B43"/>
          </p15:clr>
        </p15:guide>
        <p15:guide id="21" pos="5564" userDrawn="1">
          <p15:clr>
            <a:srgbClr val="F26B43"/>
          </p15:clr>
        </p15:guide>
        <p15:guide id="22" pos="5700" userDrawn="1">
          <p15:clr>
            <a:srgbClr val="F26B43"/>
          </p15:clr>
        </p15:guide>
        <p15:guide id="23" pos="6153" userDrawn="1">
          <p15:clr>
            <a:srgbClr val="F26B43"/>
          </p15:clr>
        </p15:guide>
        <p15:guide id="24" pos="6289" userDrawn="1">
          <p15:clr>
            <a:srgbClr val="F26B43"/>
          </p15:clr>
        </p15:guide>
        <p15:guide id="25" pos="6743" userDrawn="1">
          <p15:clr>
            <a:srgbClr val="F26B43"/>
          </p15:clr>
        </p15:guide>
        <p15:guide id="26" pos="6879" userDrawn="1">
          <p15:clr>
            <a:srgbClr val="F26B43"/>
          </p15:clr>
        </p15:guide>
        <p15:guide id="27" orient="horz" pos="2409" userDrawn="1">
          <p15:clr>
            <a:srgbClr val="F26B43"/>
          </p15:clr>
        </p15:guide>
        <p15:guide id="28" orient="horz" pos="3770" userDrawn="1">
          <p15:clr>
            <a:srgbClr val="F26B43"/>
          </p15:clr>
        </p15:guide>
        <p15:guide id="29" orient="horz" pos="822" userDrawn="1">
          <p15:clr>
            <a:srgbClr val="F26B43"/>
          </p15:clr>
        </p15:guide>
        <p15:guide id="30" orient="horz" pos="3861" userDrawn="1">
          <p15:clr>
            <a:srgbClr val="F26B43"/>
          </p15:clr>
        </p15:guide>
        <p15:guide id="31" orient="horz" pos="3997" userDrawn="1">
          <p15:clr>
            <a:srgbClr val="000000"/>
          </p15:clr>
        </p15:guide>
        <p15:guide id="32" pos="438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ta.atlas.cern/" TargetMode="Externa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12E69E-3CE4-C175-345E-436A702347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</p:spTree>
    <p:extLst>
      <p:ext uri="{BB962C8B-B14F-4D97-AF65-F5344CB8AC3E}">
        <p14:creationId xmlns:p14="http://schemas.microsoft.com/office/powerpoint/2010/main" val="353944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20C6E0-C6A9-A321-054E-F53DC89817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First, go to the ATLAS Open Data website,</a:t>
            </a:r>
          </a:p>
          <a:p>
            <a:r>
              <a:rPr lang="en-GB" dirty="0">
                <a:hlinkClick r:id="rId2"/>
              </a:rPr>
              <a:t>https://opendata.atlas.cern/</a:t>
            </a: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8D15E1-4EB3-0238-F634-F5718D0E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9BBE1-B734-846A-8BD5-8197D59735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</p:spTree>
    <p:extLst>
      <p:ext uri="{BB962C8B-B14F-4D97-AF65-F5344CB8AC3E}">
        <p14:creationId xmlns:p14="http://schemas.microsoft.com/office/powerpoint/2010/main" val="183320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7238099-2A1F-9BEC-3D64-EB32934B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163" y="1453072"/>
            <a:ext cx="9612014" cy="43568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FBEB82-EA27-B79A-0B7E-819AF157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DF0F7-029E-E4AB-5D7C-32E772D3DF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B4352CD6-025C-92A6-F146-C9D0492A2F8C}"/>
              </a:ext>
            </a:extLst>
          </p:cNvPr>
          <p:cNvSpPr/>
          <p:nvPr/>
        </p:nvSpPr>
        <p:spPr>
          <a:xfrm>
            <a:off x="9131643" y="2211859"/>
            <a:ext cx="2448534" cy="1791730"/>
          </a:xfrm>
          <a:prstGeom prst="wedgeRoundRectCallout">
            <a:avLst>
              <a:gd name="adj1" fmla="val -149016"/>
              <a:gd name="adj2" fmla="val -671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should also explore the “Documentation” tab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6FB5D8B1-3929-9F2B-4654-9C77732E0D4D}"/>
              </a:ext>
            </a:extLst>
          </p:cNvPr>
          <p:cNvSpPr/>
          <p:nvPr/>
        </p:nvSpPr>
        <p:spPr>
          <a:xfrm>
            <a:off x="1716465" y="2211859"/>
            <a:ext cx="2448534" cy="1791730"/>
          </a:xfrm>
          <a:prstGeom prst="wedgeRoundRectCallout">
            <a:avLst>
              <a:gd name="adj1" fmla="val 51334"/>
              <a:gd name="adj2" fmla="val -7405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will click “data” to explore the data collections.</a:t>
            </a:r>
          </a:p>
        </p:txBody>
      </p:sp>
    </p:spTree>
    <p:extLst>
      <p:ext uri="{BB962C8B-B14F-4D97-AF65-F5344CB8AC3E}">
        <p14:creationId xmlns:p14="http://schemas.microsoft.com/office/powerpoint/2010/main" val="208286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C32A-F4AF-CCA0-676E-BF6EF4F8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55A7F-EFCB-BCE1-3CFE-C6FBF0C0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132BF-65AF-77F6-D430-114A1928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34" y="1698861"/>
            <a:ext cx="6684561" cy="4263219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2D65ACB-93A8-F696-17E5-C2955BDE70AE}"/>
              </a:ext>
            </a:extLst>
          </p:cNvPr>
          <p:cNvSpPr/>
          <p:nvPr/>
        </p:nvSpPr>
        <p:spPr>
          <a:xfrm>
            <a:off x="150608" y="3022808"/>
            <a:ext cx="2097741" cy="1430767"/>
          </a:xfrm>
          <a:prstGeom prst="wedgeRoundRectCallout">
            <a:avLst>
              <a:gd name="adj1" fmla="val 89904"/>
              <a:gd name="adj2" fmla="val -4492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Read through the information linked here.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49718CF-97CD-7137-2F89-F601E7D3F9B3}"/>
              </a:ext>
            </a:extLst>
          </p:cNvPr>
          <p:cNvSpPr/>
          <p:nvPr/>
        </p:nvSpPr>
        <p:spPr>
          <a:xfrm>
            <a:off x="9081523" y="3347331"/>
            <a:ext cx="2097741" cy="1430767"/>
          </a:xfrm>
          <a:prstGeom prst="wedgeRoundRectCallout">
            <a:avLst>
              <a:gd name="adj1" fmla="val -90096"/>
              <a:gd name="adj2" fmla="val 8440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Then click on Data for Education</a:t>
            </a:r>
          </a:p>
        </p:txBody>
      </p:sp>
    </p:spTree>
    <p:extLst>
      <p:ext uri="{BB962C8B-B14F-4D97-AF65-F5344CB8AC3E}">
        <p14:creationId xmlns:p14="http://schemas.microsoft.com/office/powerpoint/2010/main" val="416257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ABE3-5966-0D2F-F161-E1CBFDDF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02C2-A7AC-1B92-441B-E8FEC94F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ABE90-0233-07FA-479B-03FD31D544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D1557-51E1-1751-6D42-28E909E3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3" y="1345358"/>
            <a:ext cx="7256777" cy="4722664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600D960-CE80-7951-4987-4CD0A1DBD1D7}"/>
              </a:ext>
            </a:extLst>
          </p:cNvPr>
          <p:cNvSpPr/>
          <p:nvPr/>
        </p:nvSpPr>
        <p:spPr>
          <a:xfrm>
            <a:off x="9081523" y="2441987"/>
            <a:ext cx="2698101" cy="2336112"/>
          </a:xfrm>
          <a:prstGeom prst="wedgeRoundRectCallout">
            <a:avLst>
              <a:gd name="adj1" fmla="val -114018"/>
              <a:gd name="adj2" fmla="val 572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will initially be using the 2020 data.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If you want to you can explore other data sets when conducting your own research in Phase 3</a:t>
            </a:r>
          </a:p>
        </p:txBody>
      </p:sp>
    </p:spTree>
    <p:extLst>
      <p:ext uri="{BB962C8B-B14F-4D97-AF65-F5344CB8AC3E}">
        <p14:creationId xmlns:p14="http://schemas.microsoft.com/office/powerpoint/2010/main" val="82916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7BAA-D3CB-6E75-130A-7782D4B6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D682-04DA-1608-3055-F11BEBB5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82440-93D3-4C2A-363E-1EBA84D4F2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CEF00-18C4-9828-31F6-A5CFC042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72" y="1459558"/>
            <a:ext cx="5480207" cy="4531121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5BC6A83-5567-FD03-1127-686CB35F7BE7}"/>
              </a:ext>
            </a:extLst>
          </p:cNvPr>
          <p:cNvSpPr/>
          <p:nvPr/>
        </p:nvSpPr>
        <p:spPr>
          <a:xfrm>
            <a:off x="249708" y="2011679"/>
            <a:ext cx="2760151" cy="3797449"/>
          </a:xfrm>
          <a:prstGeom prst="wedgeRoundRectCallout">
            <a:avLst>
              <a:gd name="adj1" fmla="val 72747"/>
              <a:gd name="adj2" fmla="val 592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Read down through this page. Some parts might be confusing, but you will gradually develop familiarity with the notation and the contents of the files.</a:t>
            </a:r>
          </a:p>
          <a:p>
            <a:pPr algn="ctr"/>
            <a:endParaRPr lang="en-GB" sz="1400" dirty="0"/>
          </a:p>
          <a:p>
            <a:pPr algn="ctr"/>
            <a:r>
              <a:rPr lang="en-GB" sz="1400" dirty="0"/>
              <a:t>You will likely revisit it and the documentation tab a few times to read about the different types of analysis you can do and to find the numbers/names of datafiles for those analyses.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64CB1D01-D135-1DB7-0AA2-F839F109CA46}"/>
              </a:ext>
            </a:extLst>
          </p:cNvPr>
          <p:cNvSpPr/>
          <p:nvPr/>
        </p:nvSpPr>
        <p:spPr>
          <a:xfrm>
            <a:off x="9096405" y="3302597"/>
            <a:ext cx="2643774" cy="1562548"/>
          </a:xfrm>
          <a:prstGeom prst="wedgeRoundRectCallout">
            <a:avLst>
              <a:gd name="adj1" fmla="val -126050"/>
              <a:gd name="adj2" fmla="val 2539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When you’re ready, click the blue button to navigate to the files themselves.</a:t>
            </a:r>
          </a:p>
        </p:txBody>
      </p:sp>
    </p:spTree>
    <p:extLst>
      <p:ext uri="{BB962C8B-B14F-4D97-AF65-F5344CB8AC3E}">
        <p14:creationId xmlns:p14="http://schemas.microsoft.com/office/powerpoint/2010/main" val="388375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848E-667B-A174-3648-509C557D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58D935-1DE3-5CDC-BC56-AF5DD70E2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99" y="1489731"/>
            <a:ext cx="8414102" cy="4466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F4232-60EC-F635-E971-2D081509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8A0B0-5F1A-1280-E76C-7F4E5353D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80CCCAB-22F1-9782-5FB3-F41DF1B64653}"/>
              </a:ext>
            </a:extLst>
          </p:cNvPr>
          <p:cNvSpPr/>
          <p:nvPr/>
        </p:nvSpPr>
        <p:spPr>
          <a:xfrm>
            <a:off x="166254" y="4227755"/>
            <a:ext cx="2643774" cy="1562548"/>
          </a:xfrm>
          <a:prstGeom prst="wedgeRoundRectCallout">
            <a:avLst>
              <a:gd name="adj1" fmla="val 52961"/>
              <a:gd name="adj2" fmla="val -9164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You can use filters to narrow your search. E.g. if you want Monte Carlo simulated data you can select “simulated”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C3B69D9-E25A-2443-521F-89B80410D34B}"/>
              </a:ext>
            </a:extLst>
          </p:cNvPr>
          <p:cNvSpPr/>
          <p:nvPr/>
        </p:nvSpPr>
        <p:spPr>
          <a:xfrm>
            <a:off x="9047614" y="4227755"/>
            <a:ext cx="2643774" cy="1562548"/>
          </a:xfrm>
          <a:prstGeom prst="wedgeRoundRectCallout">
            <a:avLst>
              <a:gd name="adj1" fmla="val -111093"/>
              <a:gd name="adj2" fmla="val -869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Then you can click on a row to look at it in detail.</a:t>
            </a:r>
          </a:p>
        </p:txBody>
      </p:sp>
    </p:spTree>
    <p:extLst>
      <p:ext uri="{BB962C8B-B14F-4D97-AF65-F5344CB8AC3E}">
        <p14:creationId xmlns:p14="http://schemas.microsoft.com/office/powerpoint/2010/main" val="159405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89647-149A-75E6-84AB-2AABAFC2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75E2D-426D-CAC4-EC69-D5763B86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79" y="1405765"/>
            <a:ext cx="8340062" cy="4481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7C0106-0D6F-55F8-4092-436C2F7E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664BA-46A7-57B0-6C1A-CCC1441AB0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9EF7592-348E-9C1C-1F9E-78C0FE03CD68}"/>
              </a:ext>
            </a:extLst>
          </p:cNvPr>
          <p:cNvSpPr/>
          <p:nvPr/>
        </p:nvSpPr>
        <p:spPr>
          <a:xfrm>
            <a:off x="7484647" y="1167998"/>
            <a:ext cx="2643774" cy="1562548"/>
          </a:xfrm>
          <a:prstGeom prst="wedgeRoundRectCallout">
            <a:avLst>
              <a:gd name="adj1" fmla="val -161571"/>
              <a:gd name="adj2" fmla="val 4358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These DOI links are unique identifiers that can be used to reference the data you used.</a:t>
            </a:r>
          </a:p>
        </p:txBody>
      </p:sp>
    </p:spTree>
    <p:extLst>
      <p:ext uri="{BB962C8B-B14F-4D97-AF65-F5344CB8AC3E}">
        <p14:creationId xmlns:p14="http://schemas.microsoft.com/office/powerpoint/2010/main" val="44209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C379-EFF3-0500-A813-CC1B629E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EB8214-C056-3A8A-76CD-4300CDB27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62"/>
          <a:stretch>
            <a:fillRect/>
          </a:stretch>
        </p:blipFill>
        <p:spPr>
          <a:xfrm>
            <a:off x="407146" y="1444651"/>
            <a:ext cx="9050847" cy="44607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913A7D-603E-9CAD-FCA4-8503356A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B4510-7904-AA7B-EC15-E4033BD77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9842F21-F186-EEA4-BCFF-9D1FB39EB8BC}"/>
              </a:ext>
            </a:extLst>
          </p:cNvPr>
          <p:cNvSpPr/>
          <p:nvPr/>
        </p:nvSpPr>
        <p:spPr>
          <a:xfrm>
            <a:off x="5097696" y="5617472"/>
            <a:ext cx="1807634" cy="998559"/>
          </a:xfrm>
          <a:prstGeom prst="wedgeRoundRectCallout">
            <a:avLst>
              <a:gd name="adj1" fmla="val -120160"/>
              <a:gd name="adj2" fmla="val -3727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Sometimes there are a lot of files!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45417EB-C6D6-6B58-4929-EFFCE553BC19}"/>
              </a:ext>
            </a:extLst>
          </p:cNvPr>
          <p:cNvSpPr/>
          <p:nvPr/>
        </p:nvSpPr>
        <p:spPr>
          <a:xfrm>
            <a:off x="3904129" y="1933587"/>
            <a:ext cx="1807634" cy="998559"/>
          </a:xfrm>
          <a:prstGeom prst="wedgeRoundRectCallout">
            <a:avLst>
              <a:gd name="adj1" fmla="val -75742"/>
              <a:gd name="adj2" fmla="val -276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There are links to the documentation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F4245168-33A5-2600-4EFD-C31F32FEA5F2}"/>
              </a:ext>
            </a:extLst>
          </p:cNvPr>
          <p:cNvSpPr/>
          <p:nvPr/>
        </p:nvSpPr>
        <p:spPr>
          <a:xfrm>
            <a:off x="9208746" y="1695459"/>
            <a:ext cx="2371431" cy="1979586"/>
          </a:xfrm>
          <a:prstGeom prst="wedgeRoundRectCallout">
            <a:avLst>
              <a:gd name="adj1" fmla="val -61144"/>
              <a:gd name="adj2" fmla="val 10822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It is possible to download the files and work with them locally, but as they are very large this is inefficient. It also doesn’t work well with the Monty server.</a:t>
            </a:r>
          </a:p>
        </p:txBody>
      </p:sp>
    </p:spTree>
    <p:extLst>
      <p:ext uri="{BB962C8B-B14F-4D97-AF65-F5344CB8AC3E}">
        <p14:creationId xmlns:p14="http://schemas.microsoft.com/office/powerpoint/2010/main" val="396170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7BA35-EF11-33E2-5BC6-911CDE63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E0571A-D65A-6685-BF11-DF6B18A6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" y="1280070"/>
            <a:ext cx="8867210" cy="46261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577462-D823-7D3A-5859-DE5DB1DF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96F14-3D08-B6F6-81E0-60EF700F3F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FDF62-A2A0-B182-C042-8A0044201324}"/>
              </a:ext>
            </a:extLst>
          </p:cNvPr>
          <p:cNvSpPr/>
          <p:nvPr/>
        </p:nvSpPr>
        <p:spPr>
          <a:xfrm>
            <a:off x="1267089" y="4355344"/>
            <a:ext cx="455694" cy="269974"/>
          </a:xfrm>
          <a:prstGeom prst="rect">
            <a:avLst/>
          </a:prstGeom>
          <a:noFill/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E8DC1-F90A-C2CB-89DA-B393ADBBD8E0}"/>
              </a:ext>
            </a:extLst>
          </p:cNvPr>
          <p:cNvSpPr/>
          <p:nvPr/>
        </p:nvSpPr>
        <p:spPr>
          <a:xfrm>
            <a:off x="1908313" y="4355343"/>
            <a:ext cx="781878" cy="283535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1438E82-6DEC-5BD2-876A-1FD53FEEFEBB}"/>
              </a:ext>
            </a:extLst>
          </p:cNvPr>
          <p:cNvSpPr/>
          <p:nvPr/>
        </p:nvSpPr>
        <p:spPr>
          <a:xfrm>
            <a:off x="2637183" y="1603513"/>
            <a:ext cx="1298713" cy="1364974"/>
          </a:xfrm>
          <a:prstGeom prst="wedgeRoundRectCallout">
            <a:avLst>
              <a:gd name="adj1" fmla="val -126464"/>
              <a:gd name="adj2" fmla="val 144954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the dataset identifier.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DCEC0C4-1A10-23E1-6DE3-DA1BE5C9383F}"/>
              </a:ext>
            </a:extLst>
          </p:cNvPr>
          <p:cNvSpPr/>
          <p:nvPr/>
        </p:nvSpPr>
        <p:spPr>
          <a:xfrm>
            <a:off x="4414479" y="1828800"/>
            <a:ext cx="1298713" cy="1364974"/>
          </a:xfrm>
          <a:prstGeom prst="wedgeRoundRectCallout">
            <a:avLst>
              <a:gd name="adj1" fmla="val -181566"/>
              <a:gd name="adj2" fmla="val 131847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the skim.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A0051F-705B-6B92-8BD8-50773221E5E8}"/>
              </a:ext>
            </a:extLst>
          </p:cNvPr>
          <p:cNvSpPr/>
          <p:nvPr/>
        </p:nvSpPr>
        <p:spPr>
          <a:xfrm>
            <a:off x="7406640" y="2628900"/>
            <a:ext cx="4173537" cy="1188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The dataset and skim are used in the </a:t>
            </a:r>
            <a:r>
              <a:rPr lang="en-GB" sz="1200" dirty="0" err="1"/>
              <a:t>atom.get_urls</a:t>
            </a:r>
            <a:r>
              <a:rPr lang="en-GB" sz="1200" dirty="0"/>
              <a:t>() as shown in Book 3 and in </a:t>
            </a:r>
            <a:r>
              <a:rPr lang="en-GB" sz="1200" dirty="0" err="1"/>
              <a:t>AccessingRootFiles</a:t>
            </a:r>
            <a:r>
              <a:rPr lang="en-GB" sz="1200" dirty="0"/>
              <a:t>: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e.g. </a:t>
            </a:r>
            <a:r>
              <a:rPr lang="en-GB" sz="1200" dirty="0" err="1"/>
              <a:t>atom.get_urls</a:t>
            </a:r>
            <a:r>
              <a:rPr lang="en-GB" sz="1200" dirty="0"/>
              <a:t>(363491, skim”1largeRjet1lep”)</a:t>
            </a:r>
            <a:br>
              <a:rPr lang="en-GB" sz="1200" dirty="0"/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2163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87D1-A063-2346-D4F1-0D2B8461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15D222-AE8E-8836-CA0A-48B558F2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93" b="13662"/>
          <a:stretch>
            <a:fillRect/>
          </a:stretch>
        </p:blipFill>
        <p:spPr>
          <a:xfrm>
            <a:off x="597853" y="1296106"/>
            <a:ext cx="9050847" cy="2916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44A54-A2B4-CBD8-683D-08CF418D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6AB68-B66C-6C2D-FCC6-8B89A8AF0A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D968F-A2EB-1957-F9AB-C9B591A50123}"/>
              </a:ext>
            </a:extLst>
          </p:cNvPr>
          <p:cNvSpPr/>
          <p:nvPr/>
        </p:nvSpPr>
        <p:spPr>
          <a:xfrm>
            <a:off x="674715" y="1772921"/>
            <a:ext cx="462321" cy="283534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6C83B-43AD-0AC7-D6D7-80493BE0BEAC}"/>
              </a:ext>
            </a:extLst>
          </p:cNvPr>
          <p:cNvSpPr/>
          <p:nvPr/>
        </p:nvSpPr>
        <p:spPr>
          <a:xfrm>
            <a:off x="1213898" y="1772920"/>
            <a:ext cx="616226" cy="283535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A161592-6519-4028-A80C-6ACC297C1818}"/>
              </a:ext>
            </a:extLst>
          </p:cNvPr>
          <p:cNvSpPr/>
          <p:nvPr/>
        </p:nvSpPr>
        <p:spPr>
          <a:xfrm>
            <a:off x="2071053" y="2566524"/>
            <a:ext cx="2222871" cy="789522"/>
          </a:xfrm>
          <a:prstGeom prst="wedgeRoundRectCallout">
            <a:avLst>
              <a:gd name="adj1" fmla="val -92278"/>
              <a:gd name="adj2" fmla="val -105951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the dataset identifier.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03CF8405-2786-B33B-41C0-A22E481E02B2}"/>
              </a:ext>
            </a:extLst>
          </p:cNvPr>
          <p:cNvSpPr/>
          <p:nvPr/>
        </p:nvSpPr>
        <p:spPr>
          <a:xfrm>
            <a:off x="4901669" y="1389288"/>
            <a:ext cx="1298713" cy="1364974"/>
          </a:xfrm>
          <a:prstGeom prst="wedgeRoundRectCallout">
            <a:avLst>
              <a:gd name="adj1" fmla="val -287178"/>
              <a:gd name="adj2" fmla="val 843"/>
              <a:gd name="adj3" fmla="val 1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the skim.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28ED2D-09E8-EA19-953B-7E0DB802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00" y="4689232"/>
            <a:ext cx="11446165" cy="1323257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6450837E-A409-3CDE-D5E7-CBA88D00DF1C}"/>
              </a:ext>
            </a:extLst>
          </p:cNvPr>
          <p:cNvSpPr/>
          <p:nvPr/>
        </p:nvSpPr>
        <p:spPr>
          <a:xfrm>
            <a:off x="3002594" y="3539207"/>
            <a:ext cx="2392365" cy="931194"/>
          </a:xfrm>
          <a:prstGeom prst="wedgeRoundRectCallout">
            <a:avLst>
              <a:gd name="adj1" fmla="val -97428"/>
              <a:gd name="adj2" fmla="val 9768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When using the “data” dataset, we have to use quotes as it is a string, not an integer (number)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E49DB394-B244-D521-BE3E-B433F7D0A440}"/>
              </a:ext>
            </a:extLst>
          </p:cNvPr>
          <p:cNvSpPr/>
          <p:nvPr/>
        </p:nvSpPr>
        <p:spPr>
          <a:xfrm>
            <a:off x="7538721" y="3939862"/>
            <a:ext cx="3787856" cy="931194"/>
          </a:xfrm>
          <a:prstGeom prst="wedgeRoundRectCallout">
            <a:avLst>
              <a:gd name="adj1" fmla="val -123209"/>
              <a:gd name="adj2" fmla="val 9522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When we use the </a:t>
            </a:r>
            <a:r>
              <a:rPr lang="en-GB" sz="1400" dirty="0" err="1"/>
              <a:t>atom.get_urls</a:t>
            </a:r>
            <a:r>
              <a:rPr lang="en-GB" sz="1400" dirty="0"/>
              <a:t>() attribute we can see the </a:t>
            </a:r>
            <a:r>
              <a:rPr lang="en-GB" sz="1400" dirty="0" err="1"/>
              <a:t>data_A</a:t>
            </a:r>
            <a:r>
              <a:rPr lang="en-GB" sz="1400" dirty="0"/>
              <a:t>, </a:t>
            </a:r>
            <a:r>
              <a:rPr lang="en-GB" sz="1400" dirty="0" err="1"/>
              <a:t>data_B</a:t>
            </a:r>
            <a:r>
              <a:rPr lang="en-GB" sz="1400" dirty="0"/>
              <a:t>, </a:t>
            </a:r>
            <a:r>
              <a:rPr lang="en-GB" sz="1400" dirty="0" err="1"/>
              <a:t>data_C</a:t>
            </a:r>
            <a:r>
              <a:rPr lang="en-GB" sz="1400" dirty="0"/>
              <a:t> and </a:t>
            </a:r>
            <a:r>
              <a:rPr lang="en-GB" sz="1400" dirty="0" err="1"/>
              <a:t>data_D</a:t>
            </a:r>
            <a:r>
              <a:rPr lang="en-GB" sz="1400" dirty="0"/>
              <a:t> results, as expected.</a:t>
            </a:r>
          </a:p>
        </p:txBody>
      </p:sp>
    </p:spTree>
    <p:extLst>
      <p:ext uri="{BB962C8B-B14F-4D97-AF65-F5344CB8AC3E}">
        <p14:creationId xmlns:p14="http://schemas.microsoft.com/office/powerpoint/2010/main" val="88749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CE1C-0CDB-AB44-3744-9934C196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B4EA-AF52-233A-B08D-9A944845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C20D-153A-CCCD-376E-AC16839845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7459A-E332-FF0D-1713-33730573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7" y="2965826"/>
            <a:ext cx="11446165" cy="13232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AAC5A0-B723-7FC5-1FD4-D5ACDD0B0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18" y="1238819"/>
            <a:ext cx="11446165" cy="834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B139C82-EDA5-392E-2ADC-C47BA6F1F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6" y="2312940"/>
            <a:ext cx="11446165" cy="652886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A636652-725C-6E9C-F54A-AAE444DBD86F}"/>
              </a:ext>
            </a:extLst>
          </p:cNvPr>
          <p:cNvSpPr/>
          <p:nvPr/>
        </p:nvSpPr>
        <p:spPr>
          <a:xfrm>
            <a:off x="544513" y="4352446"/>
            <a:ext cx="6008687" cy="1522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bg1"/>
                </a:solidFill>
              </a:rPr>
              <a:t>So we can see it is worth having a look to check how many files there are! </a:t>
            </a:r>
          </a:p>
          <a:p>
            <a:r>
              <a:rPr lang="en-GB" sz="1000" dirty="0">
                <a:solidFill>
                  <a:schemeClr val="bg1"/>
                </a:solidFill>
              </a:rPr>
              <a:t>To access data in a particular file, you can work your way down the list:</a:t>
            </a:r>
          </a:p>
          <a:p>
            <a:r>
              <a:rPr lang="en-GB" sz="1000" dirty="0" err="1"/>
              <a:t>events_using_atom</a:t>
            </a:r>
            <a:r>
              <a:rPr lang="en-GB" sz="1000" dirty="0"/>
              <a:t> = </a:t>
            </a:r>
            <a:r>
              <a:rPr lang="en-GB" sz="1000" dirty="0" err="1"/>
              <a:t>uproot.open</a:t>
            </a:r>
            <a:r>
              <a:rPr lang="en-GB" sz="1000" dirty="0"/>
              <a:t>(</a:t>
            </a:r>
            <a:r>
              <a:rPr lang="en-GB" sz="1000" dirty="0" err="1"/>
              <a:t>atom.get_urls</a:t>
            </a:r>
            <a:r>
              <a:rPr lang="en-GB" sz="1000" dirty="0"/>
              <a:t>("data", skim="exactly2lep")[0]) – gives </a:t>
            </a:r>
            <a:r>
              <a:rPr lang="en-GB" sz="1000" dirty="0" err="1"/>
              <a:t>data_A</a:t>
            </a:r>
            <a:r>
              <a:rPr lang="en-GB" sz="1000" dirty="0"/>
              <a:t> </a:t>
            </a:r>
          </a:p>
          <a:p>
            <a:r>
              <a:rPr lang="en-GB" sz="1000" dirty="0" err="1"/>
              <a:t>events_using_atom</a:t>
            </a:r>
            <a:r>
              <a:rPr lang="en-GB" sz="1000" dirty="0"/>
              <a:t> = </a:t>
            </a:r>
            <a:r>
              <a:rPr lang="en-GB" sz="1000" dirty="0" err="1"/>
              <a:t>uproot.open</a:t>
            </a:r>
            <a:r>
              <a:rPr lang="en-GB" sz="1000" dirty="0"/>
              <a:t>(</a:t>
            </a:r>
            <a:r>
              <a:rPr lang="en-GB" sz="1000" dirty="0" err="1"/>
              <a:t>atom.get_urls</a:t>
            </a:r>
            <a:r>
              <a:rPr lang="en-GB" sz="1000" dirty="0"/>
              <a:t>("data", skim="exactly2lep")[1]) – gives </a:t>
            </a:r>
            <a:r>
              <a:rPr lang="en-GB" sz="1000" dirty="0" err="1"/>
              <a:t>data_B</a:t>
            </a:r>
            <a:endParaRPr lang="en-GB" sz="1000" dirty="0"/>
          </a:p>
          <a:p>
            <a:r>
              <a:rPr lang="en-GB" sz="1000" dirty="0" err="1"/>
              <a:t>events_using_atom</a:t>
            </a:r>
            <a:r>
              <a:rPr lang="en-GB" sz="1000" dirty="0"/>
              <a:t> = </a:t>
            </a:r>
            <a:r>
              <a:rPr lang="en-GB" sz="1000" dirty="0" err="1"/>
              <a:t>uproot.open</a:t>
            </a:r>
            <a:r>
              <a:rPr lang="en-GB" sz="1000" dirty="0"/>
              <a:t>(</a:t>
            </a:r>
            <a:r>
              <a:rPr lang="en-GB" sz="1000" dirty="0" err="1"/>
              <a:t>atom.get_urls</a:t>
            </a:r>
            <a:r>
              <a:rPr lang="en-GB" sz="1000" dirty="0"/>
              <a:t>("data", skim="exactly2lep")[2]) – gives </a:t>
            </a:r>
            <a:r>
              <a:rPr lang="en-GB" sz="1000" dirty="0" err="1"/>
              <a:t>data_C</a:t>
            </a:r>
            <a:endParaRPr lang="en-GB" sz="1000" dirty="0"/>
          </a:p>
          <a:p>
            <a:r>
              <a:rPr lang="en-GB" sz="1000" dirty="0" err="1"/>
              <a:t>events_using_atom</a:t>
            </a:r>
            <a:r>
              <a:rPr lang="en-GB" sz="1000" dirty="0"/>
              <a:t> = </a:t>
            </a:r>
            <a:r>
              <a:rPr lang="en-GB" sz="1000" dirty="0" err="1"/>
              <a:t>uproot.open</a:t>
            </a:r>
            <a:r>
              <a:rPr lang="en-GB" sz="1000" dirty="0"/>
              <a:t>(</a:t>
            </a:r>
            <a:r>
              <a:rPr lang="en-GB" sz="1000" dirty="0" err="1"/>
              <a:t>atom.get_urls</a:t>
            </a:r>
            <a:r>
              <a:rPr lang="en-GB" sz="1000" dirty="0"/>
              <a:t>("data", skim="exactly2lep")[3])  - gives </a:t>
            </a:r>
            <a:r>
              <a:rPr lang="en-GB" sz="1000" dirty="0" err="1"/>
              <a:t>data_D</a:t>
            </a:r>
            <a:endParaRPr lang="en-GB" sz="1000" dirty="0"/>
          </a:p>
          <a:p>
            <a:endParaRPr lang="en-GB" sz="1000" dirty="0"/>
          </a:p>
          <a:p>
            <a:r>
              <a:rPr lang="en-GB" sz="1000" dirty="0"/>
              <a:t>Then:</a:t>
            </a:r>
          </a:p>
          <a:p>
            <a:r>
              <a:rPr lang="en-GB" sz="1000" dirty="0" err="1"/>
              <a:t>sel_atom_events</a:t>
            </a:r>
            <a:r>
              <a:rPr lang="en-GB" sz="1000" dirty="0"/>
              <a:t> = </a:t>
            </a:r>
            <a:r>
              <a:rPr lang="en-GB" sz="1000" dirty="0" err="1"/>
              <a:t>events_using_atom</a:t>
            </a:r>
            <a:r>
              <a:rPr lang="en-GB" sz="1000" dirty="0"/>
              <a:t>['mini'].arrays(["</a:t>
            </a:r>
            <a:r>
              <a:rPr lang="en-GB" sz="1000" dirty="0" err="1"/>
              <a:t>lep_n</a:t>
            </a:r>
            <a:r>
              <a:rPr lang="en-GB" sz="1000" dirty="0"/>
              <a:t>", "</a:t>
            </a:r>
            <a:r>
              <a:rPr lang="en-GB" sz="1000" dirty="0" err="1"/>
              <a:t>lep_charge</a:t>
            </a:r>
            <a:r>
              <a:rPr lang="en-GB" sz="1000" dirty="0"/>
              <a:t>", "</a:t>
            </a:r>
            <a:r>
              <a:rPr lang="en-GB" sz="1000" dirty="0" err="1"/>
              <a:t>lep_type</a:t>
            </a:r>
            <a:r>
              <a:rPr lang="en-GB" sz="1000" dirty="0"/>
              <a:t>", "</a:t>
            </a:r>
            <a:r>
              <a:rPr lang="en-GB" sz="1000" dirty="0" err="1"/>
              <a:t>lep_pt</a:t>
            </a:r>
            <a:r>
              <a:rPr lang="en-GB" sz="1000" dirty="0"/>
              <a:t>", "</a:t>
            </a:r>
            <a:r>
              <a:rPr lang="en-GB" sz="1000" dirty="0" err="1"/>
              <a:t>lep_eta</a:t>
            </a:r>
            <a:r>
              <a:rPr lang="en-GB" sz="1000" dirty="0"/>
              <a:t>", "</a:t>
            </a:r>
            <a:r>
              <a:rPr lang="en-GB" sz="1000" dirty="0" err="1"/>
              <a:t>lep_phi</a:t>
            </a:r>
            <a:r>
              <a:rPr lang="en-GB" sz="1000" dirty="0"/>
              <a:t>", "</a:t>
            </a:r>
            <a:r>
              <a:rPr lang="en-GB" sz="1000" dirty="0" err="1"/>
              <a:t>lep_E</a:t>
            </a:r>
            <a:r>
              <a:rPr lang="en-GB" sz="1000" dirty="0"/>
              <a:t>"])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E936BA-7463-876C-458B-9700238C2C07}"/>
              </a:ext>
            </a:extLst>
          </p:cNvPr>
          <p:cNvSpPr/>
          <p:nvPr/>
        </p:nvSpPr>
        <p:spPr>
          <a:xfrm>
            <a:off x="6648596" y="4352447"/>
            <a:ext cx="5070964" cy="1522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 dirty="0">
                <a:solidFill>
                  <a:schemeClr val="bg1"/>
                </a:solidFill>
              </a:rPr>
              <a:t>Alternatively, if you know for sure that you want all the data there are a few different ways to combine the files. This is one way:</a:t>
            </a:r>
          </a:p>
          <a:p>
            <a:r>
              <a:rPr lang="en-GB" sz="1100" dirty="0" err="1">
                <a:solidFill>
                  <a:schemeClr val="bg1"/>
                </a:solidFill>
              </a:rPr>
              <a:t>urls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dirty="0" err="1">
                <a:solidFill>
                  <a:schemeClr val="bg1"/>
                </a:solidFill>
              </a:rPr>
              <a:t>atom.get_urls</a:t>
            </a:r>
            <a:r>
              <a:rPr lang="en-GB" sz="1100" dirty="0">
                <a:solidFill>
                  <a:schemeClr val="bg1"/>
                </a:solidFill>
              </a:rPr>
              <a:t>("data", skim="exactly2lep")</a:t>
            </a:r>
          </a:p>
          <a:p>
            <a:r>
              <a:rPr lang="en-GB" sz="1100" dirty="0" err="1">
                <a:solidFill>
                  <a:schemeClr val="bg1"/>
                </a:solidFill>
              </a:rPr>
              <a:t>urls_with_tree</a:t>
            </a:r>
            <a:r>
              <a:rPr lang="en-GB" sz="1100" dirty="0">
                <a:solidFill>
                  <a:schemeClr val="bg1"/>
                </a:solidFill>
              </a:rPr>
              <a:t> = [f"{</a:t>
            </a:r>
            <a:r>
              <a:rPr lang="en-GB" sz="1100" dirty="0" err="1">
                <a:solidFill>
                  <a:schemeClr val="bg1"/>
                </a:solidFill>
              </a:rPr>
              <a:t>url</a:t>
            </a:r>
            <a:r>
              <a:rPr lang="en-GB" sz="1100" dirty="0">
                <a:solidFill>
                  <a:schemeClr val="bg1"/>
                </a:solidFill>
              </a:rPr>
              <a:t>}:mini" for </a:t>
            </a:r>
            <a:r>
              <a:rPr lang="en-GB" sz="1100" dirty="0" err="1">
                <a:solidFill>
                  <a:schemeClr val="bg1"/>
                </a:solidFill>
              </a:rPr>
              <a:t>url</a:t>
            </a:r>
            <a:r>
              <a:rPr lang="en-GB" sz="1100" dirty="0">
                <a:solidFill>
                  <a:schemeClr val="bg1"/>
                </a:solidFill>
              </a:rPr>
              <a:t> in </a:t>
            </a:r>
            <a:r>
              <a:rPr lang="en-GB" sz="1100" dirty="0" err="1">
                <a:solidFill>
                  <a:schemeClr val="bg1"/>
                </a:solidFill>
              </a:rPr>
              <a:t>urls</a:t>
            </a:r>
            <a:r>
              <a:rPr lang="en-GB" sz="1100" dirty="0">
                <a:solidFill>
                  <a:schemeClr val="bg1"/>
                </a:solidFill>
              </a:rPr>
              <a:t>]</a:t>
            </a:r>
          </a:p>
          <a:p>
            <a:r>
              <a:rPr lang="en-US" sz="1100" dirty="0" err="1">
                <a:solidFill>
                  <a:schemeClr val="bg1"/>
                </a:solidFill>
              </a:rPr>
              <a:t>all_events</a:t>
            </a:r>
            <a:r>
              <a:rPr lang="en-US" sz="1100" dirty="0">
                <a:solidFill>
                  <a:schemeClr val="bg1"/>
                </a:solidFill>
              </a:rPr>
              <a:t> = </a:t>
            </a:r>
            <a:r>
              <a:rPr lang="en-US" sz="1100" dirty="0" err="1">
                <a:solidFill>
                  <a:schemeClr val="bg1"/>
                </a:solidFill>
              </a:rPr>
              <a:t>uproot.concatenate</a:t>
            </a:r>
            <a:r>
              <a:rPr lang="en-US" sz="1100" dirty="0">
                <a:solidFill>
                  <a:schemeClr val="bg1"/>
                </a:solidFill>
              </a:rPr>
              <a:t>(</a:t>
            </a:r>
            <a:r>
              <a:rPr lang="en-US" sz="1100" dirty="0" err="1">
                <a:solidFill>
                  <a:schemeClr val="bg1"/>
                </a:solidFill>
              </a:rPr>
              <a:t>urls_with_tree</a:t>
            </a:r>
            <a:r>
              <a:rPr lang="en-US" sz="1100" dirty="0">
                <a:solidFill>
                  <a:schemeClr val="bg1"/>
                </a:solidFill>
              </a:rPr>
              <a:t>, expressions = ["</a:t>
            </a:r>
            <a:r>
              <a:rPr lang="en-US" sz="1100" dirty="0" err="1">
                <a:solidFill>
                  <a:schemeClr val="bg1"/>
                </a:solidFill>
              </a:rPr>
              <a:t>lep_n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lep_charge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lep_type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lep_pt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lep_eta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lep_phi</a:t>
            </a:r>
            <a:r>
              <a:rPr lang="en-US" sz="1100" dirty="0">
                <a:solidFill>
                  <a:schemeClr val="bg1"/>
                </a:solidFill>
              </a:rPr>
              <a:t>", "</a:t>
            </a:r>
            <a:r>
              <a:rPr lang="en-US" sz="1100" dirty="0" err="1">
                <a:solidFill>
                  <a:schemeClr val="bg1"/>
                </a:solidFill>
              </a:rPr>
              <a:t>lep_E</a:t>
            </a:r>
            <a:r>
              <a:rPr lang="en-US" sz="1100" dirty="0">
                <a:solidFill>
                  <a:schemeClr val="bg1"/>
                </a:solidFill>
              </a:rPr>
              <a:t>"])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0F2680-853F-97FF-DE23-DBC4E1FF5019}"/>
              </a:ext>
            </a:extLst>
          </p:cNvPr>
          <p:cNvSpPr/>
          <p:nvPr/>
        </p:nvSpPr>
        <p:spPr>
          <a:xfrm>
            <a:off x="544513" y="2072919"/>
            <a:ext cx="11274107" cy="240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>
                <a:solidFill>
                  <a:schemeClr val="bg1"/>
                </a:solidFill>
              </a:rPr>
              <a:t>So, to access the data we choose the first (and only!) result in the list ([0]) and use the syntax below (see more in the “AccessingRootFiles” notebook): </a:t>
            </a:r>
            <a:endParaRPr lang="en-GB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5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RIS MASTER">
      <a:dk1>
        <a:sysClr val="windowText" lastClr="000000"/>
      </a:dk1>
      <a:lt1>
        <a:sysClr val="window" lastClr="FFFFFF"/>
      </a:lt1>
      <a:dk2>
        <a:srgbClr val="003660"/>
      </a:dk2>
      <a:lt2>
        <a:srgbClr val="E7E6E6"/>
      </a:lt2>
      <a:accent1>
        <a:srgbClr val="003660"/>
      </a:accent1>
      <a:accent2>
        <a:srgbClr val="00D688"/>
      </a:accent2>
      <a:accent3>
        <a:srgbClr val="03F588"/>
      </a:accent3>
      <a:accent4>
        <a:srgbClr val="006E80"/>
      </a:accent4>
      <a:accent5>
        <a:srgbClr val="FF7380"/>
      </a:accent5>
      <a:accent6>
        <a:srgbClr val="FF8900"/>
      </a:accent6>
      <a:hlink>
        <a:srgbClr val="2980FF"/>
      </a:hlink>
      <a:folHlink>
        <a:srgbClr val="664FFF"/>
      </a:folHlink>
    </a:clrScheme>
    <a:fontScheme name="Custom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80909b-205a-46fd-82d2-92fb100a4905" xsi:nil="true"/>
    <lcf76f155ced4ddcb4097134ff3c332f xmlns="cab4ade6-50f8-445f-b491-a35f03aef26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78D58C4090E340B656BD6AD1030339" ma:contentTypeVersion="19" ma:contentTypeDescription="Create a new document." ma:contentTypeScope="" ma:versionID="498d63323fbf40653517ca88259ca5bf">
  <xsd:schema xmlns:xsd="http://www.w3.org/2001/XMLSchema" xmlns:xs="http://www.w3.org/2001/XMLSchema" xmlns:p="http://schemas.microsoft.com/office/2006/metadata/properties" xmlns:ns2="cab4ade6-50f8-445f-b491-a35f03aef267" xmlns:ns3="4a80909b-205a-46fd-82d2-92fb100a4905" targetNamespace="http://schemas.microsoft.com/office/2006/metadata/properties" ma:root="true" ma:fieldsID="1e3d2001f0d005bfc8e7547e69c29c54" ns2:_="" ns3:_="">
    <xsd:import namespace="cab4ade6-50f8-445f-b491-a35f03aef267"/>
    <xsd:import namespace="4a80909b-205a-46fd-82d2-92fb100a4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4ade6-50f8-445f-b491-a35f03aef2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83556f9-a74c-4136-81f2-58d78e739f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80909b-205a-46fd-82d2-92fb100a490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fc98f9e-c3c6-43c3-bbcc-cac62eb7e79a}" ma:internalName="TaxCatchAll" ma:showField="CatchAllData" ma:web="4a80909b-205a-46fd-82d2-92fb100a49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E69C0-10CD-4EB5-8696-46E670195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37F460-0149-473F-AF84-F3D597633D8D}">
  <ds:schemaRefs>
    <ds:schemaRef ds:uri="http://schemas.microsoft.com/office/2006/metadata/properties"/>
    <ds:schemaRef ds:uri="http://schemas.microsoft.com/office/infopath/2007/PartnerControls"/>
    <ds:schemaRef ds:uri="4a80909b-205a-46fd-82d2-92fb100a4905"/>
    <ds:schemaRef ds:uri="cab4ade6-50f8-445f-b491-a35f03aef267"/>
  </ds:schemaRefs>
</ds:datastoreItem>
</file>

<file path=customXml/itemProps3.xml><?xml version="1.0" encoding="utf-8"?>
<ds:datastoreItem xmlns:ds="http://schemas.openxmlformats.org/officeDocument/2006/customXml" ds:itemID="{BF1928FE-4F8C-48D4-BEE3-9E3AB9B9B9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b4ade6-50f8-445f-b491-a35f03aef267"/>
    <ds:schemaRef ds:uri="4a80909b-205a-46fd-82d2-92fb100a4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1946</TotalTime>
  <Words>773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Garrido</dc:creator>
  <cp:lastModifiedBy>Anne O'Leary</cp:lastModifiedBy>
  <cp:revision>2</cp:revision>
  <dcterms:created xsi:type="dcterms:W3CDTF">2023-02-01T13:23:53Z</dcterms:created>
  <dcterms:modified xsi:type="dcterms:W3CDTF">2026-10-12T08:11:18Z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0x010100D678D58C4090E340B656BD6AD1030339</vt:lpwstr>
  </property>
  <property fmtid="{D5CDD505-2E9C-101B-9397-08002B2CF9AE}" pid="3" name="MediaServiceImageTags">
    <vt:lpwstr/>
  </property>
</Properties>
</file>